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1DDADA-A224-46C2-B25D-E09F018B705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  <p14:sldId id="266"/>
            <p14:sldId id="267"/>
            <p14:sldId id="268"/>
            <p14:sldId id="269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1C7EF-6D28-4658-BA87-4CA2AE801F53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AA7BAB-51DF-4477-B8AC-76D172A50022}">
      <dgm:prSet phldrT="[Text]" phldr="0"/>
      <dgm:spPr/>
      <dgm:t>
        <a:bodyPr/>
        <a:lstStyle/>
        <a:p>
          <a:r>
            <a:rPr lang="en-US" dirty="0"/>
            <a:t>Tools</a:t>
          </a:r>
          <a:endParaRPr lang="en-IN" dirty="0"/>
        </a:p>
      </dgm:t>
    </dgm:pt>
    <dgm:pt modelId="{236C66D7-C41B-4D5C-9942-CF2E906C8B77}" type="parTrans" cxnId="{33FF68AC-5C01-46B7-94E9-9BC5ECB9802A}">
      <dgm:prSet/>
      <dgm:spPr/>
      <dgm:t>
        <a:bodyPr/>
        <a:lstStyle/>
        <a:p>
          <a:endParaRPr lang="en-IN"/>
        </a:p>
      </dgm:t>
    </dgm:pt>
    <dgm:pt modelId="{4FB79D7B-8856-48DE-AE38-8361D45D3BA2}" type="sibTrans" cxnId="{33FF68AC-5C01-46B7-94E9-9BC5ECB9802A}">
      <dgm:prSet/>
      <dgm:spPr/>
      <dgm:t>
        <a:bodyPr/>
        <a:lstStyle/>
        <a:p>
          <a:endParaRPr lang="en-IN"/>
        </a:p>
      </dgm:t>
    </dgm:pt>
    <dgm:pt modelId="{CC626571-848A-451E-8543-309F20252A21}">
      <dgm:prSet/>
      <dgm:spPr/>
      <dgm:t>
        <a:bodyPr/>
        <a:lstStyle/>
        <a:p>
          <a:r>
            <a:rPr lang="en-IN" b="1"/>
            <a:t>Programming</a:t>
          </a:r>
          <a:endParaRPr lang="en-IN" b="1" dirty="0"/>
        </a:p>
      </dgm:t>
    </dgm:pt>
    <dgm:pt modelId="{7A33D4C4-39F7-46F6-8D35-7517819BE183}" type="parTrans" cxnId="{25F71A4D-E947-47A3-877A-B559A0F91E9A}">
      <dgm:prSet/>
      <dgm:spPr/>
      <dgm:t>
        <a:bodyPr/>
        <a:lstStyle/>
        <a:p>
          <a:endParaRPr lang="en-IN"/>
        </a:p>
      </dgm:t>
    </dgm:pt>
    <dgm:pt modelId="{EA1A9542-B3E2-4FE1-A511-100989E67A1B}" type="sibTrans" cxnId="{25F71A4D-E947-47A3-877A-B559A0F91E9A}">
      <dgm:prSet/>
      <dgm:spPr/>
      <dgm:t>
        <a:bodyPr/>
        <a:lstStyle/>
        <a:p>
          <a:endParaRPr lang="en-IN"/>
        </a:p>
      </dgm:t>
    </dgm:pt>
    <dgm:pt modelId="{232F479F-CB01-4F94-BD37-0AF1B8488419}">
      <dgm:prSet/>
      <dgm:spPr/>
      <dgm:t>
        <a:bodyPr/>
        <a:lstStyle/>
        <a:p>
          <a:r>
            <a:rPr lang="en-IN" b="1"/>
            <a:t>Libraries</a:t>
          </a:r>
          <a:endParaRPr lang="en-IN" b="1" dirty="0"/>
        </a:p>
      </dgm:t>
    </dgm:pt>
    <dgm:pt modelId="{21061E8B-F3D2-4BA9-9DC3-0C56DDF72FAB}" type="parTrans" cxnId="{035A2D36-1B72-4DAA-9F5F-76B24B22C5B8}">
      <dgm:prSet/>
      <dgm:spPr/>
      <dgm:t>
        <a:bodyPr/>
        <a:lstStyle/>
        <a:p>
          <a:endParaRPr lang="en-IN"/>
        </a:p>
      </dgm:t>
    </dgm:pt>
    <dgm:pt modelId="{5B0B449E-33C4-43C1-97DD-ACCF3983E198}" type="sibTrans" cxnId="{035A2D36-1B72-4DAA-9F5F-76B24B22C5B8}">
      <dgm:prSet/>
      <dgm:spPr/>
      <dgm:t>
        <a:bodyPr/>
        <a:lstStyle/>
        <a:p>
          <a:endParaRPr lang="en-IN"/>
        </a:p>
      </dgm:t>
    </dgm:pt>
    <dgm:pt modelId="{B16B2838-CBB0-4950-954B-4E45FAD4BE07}">
      <dgm:prSet/>
      <dgm:spPr/>
      <dgm:t>
        <a:bodyPr/>
        <a:lstStyle/>
        <a:p>
          <a:r>
            <a:rPr lang="en-IN"/>
            <a:t>Pandas</a:t>
          </a:r>
        </a:p>
      </dgm:t>
    </dgm:pt>
    <dgm:pt modelId="{01839F0C-55F6-48E3-B9FE-83F44D7B99C9}" type="parTrans" cxnId="{68B33A40-F2E4-4980-BD9F-1B8F9524D1C0}">
      <dgm:prSet/>
      <dgm:spPr/>
      <dgm:t>
        <a:bodyPr/>
        <a:lstStyle/>
        <a:p>
          <a:endParaRPr lang="en-IN"/>
        </a:p>
      </dgm:t>
    </dgm:pt>
    <dgm:pt modelId="{3B05848F-8AFA-476F-AE92-7A95F938E942}" type="sibTrans" cxnId="{68B33A40-F2E4-4980-BD9F-1B8F9524D1C0}">
      <dgm:prSet/>
      <dgm:spPr/>
      <dgm:t>
        <a:bodyPr/>
        <a:lstStyle/>
        <a:p>
          <a:endParaRPr lang="en-IN"/>
        </a:p>
      </dgm:t>
    </dgm:pt>
    <dgm:pt modelId="{56E557E4-E66A-4689-B9C4-F180295DA546}">
      <dgm:prSet/>
      <dgm:spPr/>
      <dgm:t>
        <a:bodyPr/>
        <a:lstStyle/>
        <a:p>
          <a:r>
            <a:rPr lang="en-IN"/>
            <a:t>NumPy</a:t>
          </a:r>
          <a:endParaRPr lang="en-IN" dirty="0"/>
        </a:p>
      </dgm:t>
    </dgm:pt>
    <dgm:pt modelId="{27477BB8-B64B-48A7-97CD-57196E30CDA4}" type="parTrans" cxnId="{3371F848-E427-4262-B4A3-D3A36098B044}">
      <dgm:prSet/>
      <dgm:spPr/>
      <dgm:t>
        <a:bodyPr/>
        <a:lstStyle/>
        <a:p>
          <a:endParaRPr lang="en-IN"/>
        </a:p>
      </dgm:t>
    </dgm:pt>
    <dgm:pt modelId="{5D8759BE-C72A-4A85-8B8E-C0055D8F2205}" type="sibTrans" cxnId="{3371F848-E427-4262-B4A3-D3A36098B044}">
      <dgm:prSet/>
      <dgm:spPr/>
      <dgm:t>
        <a:bodyPr/>
        <a:lstStyle/>
        <a:p>
          <a:endParaRPr lang="en-IN"/>
        </a:p>
      </dgm:t>
    </dgm:pt>
    <dgm:pt modelId="{7290906E-7FE4-4CFC-BDF1-6BD5DB86CD93}">
      <dgm:prSet/>
      <dgm:spPr/>
      <dgm:t>
        <a:bodyPr/>
        <a:lstStyle/>
        <a:p>
          <a:r>
            <a:rPr lang="en-IN"/>
            <a:t>Matplotlib</a:t>
          </a:r>
          <a:endParaRPr lang="en-IN" dirty="0"/>
        </a:p>
      </dgm:t>
    </dgm:pt>
    <dgm:pt modelId="{E73420AE-628F-4B18-B459-459E0CA6AF05}" type="parTrans" cxnId="{3B500BDA-D74C-4146-A8EA-F11A79F629EB}">
      <dgm:prSet/>
      <dgm:spPr/>
      <dgm:t>
        <a:bodyPr/>
        <a:lstStyle/>
        <a:p>
          <a:endParaRPr lang="en-IN"/>
        </a:p>
      </dgm:t>
    </dgm:pt>
    <dgm:pt modelId="{05F6321E-D3A1-4E81-83D8-62D53D5ED559}" type="sibTrans" cxnId="{3B500BDA-D74C-4146-A8EA-F11A79F629EB}">
      <dgm:prSet/>
      <dgm:spPr/>
      <dgm:t>
        <a:bodyPr/>
        <a:lstStyle/>
        <a:p>
          <a:endParaRPr lang="en-IN"/>
        </a:p>
      </dgm:t>
    </dgm:pt>
    <dgm:pt modelId="{71695DBA-F553-448D-805A-E8E09FE81BBB}">
      <dgm:prSet/>
      <dgm:spPr/>
      <dgm:t>
        <a:bodyPr/>
        <a:lstStyle/>
        <a:p>
          <a:r>
            <a:rPr lang="en-IN"/>
            <a:t>Seaborn</a:t>
          </a:r>
          <a:endParaRPr lang="en-IN" dirty="0"/>
        </a:p>
      </dgm:t>
    </dgm:pt>
    <dgm:pt modelId="{2DEA25CD-DD10-488C-BD26-7DA58AEBC8CF}" type="parTrans" cxnId="{D0EED39C-F5FB-4594-8CD2-B8B21500D295}">
      <dgm:prSet/>
      <dgm:spPr/>
      <dgm:t>
        <a:bodyPr/>
        <a:lstStyle/>
        <a:p>
          <a:endParaRPr lang="en-IN"/>
        </a:p>
      </dgm:t>
    </dgm:pt>
    <dgm:pt modelId="{B9E9C851-0092-4C86-8B54-86E88CEC2631}" type="sibTrans" cxnId="{D0EED39C-F5FB-4594-8CD2-B8B21500D295}">
      <dgm:prSet/>
      <dgm:spPr/>
      <dgm:t>
        <a:bodyPr/>
        <a:lstStyle/>
        <a:p>
          <a:endParaRPr lang="en-IN"/>
        </a:p>
      </dgm:t>
    </dgm:pt>
    <dgm:pt modelId="{D98B1CCC-C90C-4479-AEA4-8DE365F64AD7}">
      <dgm:prSet/>
      <dgm:spPr/>
      <dgm:t>
        <a:bodyPr/>
        <a:lstStyle/>
        <a:p>
          <a:r>
            <a:rPr lang="en-IN"/>
            <a:t>SciPy</a:t>
          </a:r>
          <a:endParaRPr lang="en-IN" dirty="0"/>
        </a:p>
      </dgm:t>
    </dgm:pt>
    <dgm:pt modelId="{ACA808F3-53F8-42E7-9BCF-05A1E36CD76E}" type="parTrans" cxnId="{BC1F34B2-4C6B-48D4-9B77-2153A5A59D3B}">
      <dgm:prSet/>
      <dgm:spPr/>
      <dgm:t>
        <a:bodyPr/>
        <a:lstStyle/>
        <a:p>
          <a:endParaRPr lang="en-IN"/>
        </a:p>
      </dgm:t>
    </dgm:pt>
    <dgm:pt modelId="{A6C8A8A2-FA57-4689-B009-4E4CD93D11B3}" type="sibTrans" cxnId="{BC1F34B2-4C6B-48D4-9B77-2153A5A59D3B}">
      <dgm:prSet/>
      <dgm:spPr/>
      <dgm:t>
        <a:bodyPr/>
        <a:lstStyle/>
        <a:p>
          <a:endParaRPr lang="en-IN"/>
        </a:p>
      </dgm:t>
    </dgm:pt>
    <dgm:pt modelId="{65B561EF-07FA-465D-B3E3-2A1047BB3173}">
      <dgm:prSet/>
      <dgm:spPr/>
      <dgm:t>
        <a:bodyPr/>
        <a:lstStyle/>
        <a:p>
          <a:r>
            <a:rPr lang="en-IN" b="1"/>
            <a:t>Too</a:t>
          </a:r>
          <a:endParaRPr lang="en-IN"/>
        </a:p>
      </dgm:t>
    </dgm:pt>
    <dgm:pt modelId="{9FBBB033-F32B-4046-ADEE-003D75067D63}" type="parTrans" cxnId="{D87A1B4D-228C-4C27-8BE6-C7F377F578C5}">
      <dgm:prSet/>
      <dgm:spPr/>
      <dgm:t>
        <a:bodyPr/>
        <a:lstStyle/>
        <a:p>
          <a:endParaRPr lang="en-IN"/>
        </a:p>
      </dgm:t>
    </dgm:pt>
    <dgm:pt modelId="{29D8FF31-02FD-4507-8685-4F5CE4BC76CB}" type="sibTrans" cxnId="{D87A1B4D-228C-4C27-8BE6-C7F377F578C5}">
      <dgm:prSet/>
      <dgm:spPr/>
      <dgm:t>
        <a:bodyPr/>
        <a:lstStyle/>
        <a:p>
          <a:endParaRPr lang="en-IN"/>
        </a:p>
      </dgm:t>
    </dgm:pt>
    <dgm:pt modelId="{F30CAE17-825B-48B4-BAEA-D0BDA1FE1E8B}">
      <dgm:prSet/>
      <dgm:spPr/>
      <dgm:t>
        <a:bodyPr/>
        <a:lstStyle/>
        <a:p>
          <a:r>
            <a:rPr lang="en-IN"/>
            <a:t>Python</a:t>
          </a:r>
        </a:p>
      </dgm:t>
    </dgm:pt>
    <dgm:pt modelId="{667F8EE4-3B2D-444D-B4EB-9D149EF8932B}" type="parTrans" cxnId="{C47B4AF8-D1C2-427F-B078-F03B69FC93CD}">
      <dgm:prSet/>
      <dgm:spPr/>
      <dgm:t>
        <a:bodyPr/>
        <a:lstStyle/>
        <a:p>
          <a:endParaRPr lang="en-IN"/>
        </a:p>
      </dgm:t>
    </dgm:pt>
    <dgm:pt modelId="{B96982A7-7C0C-461E-8592-B64E1DC12878}" type="sibTrans" cxnId="{C47B4AF8-D1C2-427F-B078-F03B69FC93CD}">
      <dgm:prSet/>
      <dgm:spPr/>
      <dgm:t>
        <a:bodyPr/>
        <a:lstStyle/>
        <a:p>
          <a:endParaRPr lang="en-IN"/>
        </a:p>
      </dgm:t>
    </dgm:pt>
    <dgm:pt modelId="{E797D098-2131-4E1B-9A1E-0AEEB1EBDD7D}">
      <dgm:prSet/>
      <dgm:spPr/>
      <dgm:t>
        <a:bodyPr/>
        <a:lstStyle/>
        <a:p>
          <a:r>
            <a:rPr lang="en-IN"/>
            <a:t>SQL</a:t>
          </a:r>
          <a:endParaRPr lang="en-IN" dirty="0"/>
        </a:p>
      </dgm:t>
    </dgm:pt>
    <dgm:pt modelId="{9DF32B4C-9694-4F92-8038-79F56485CF8D}" type="parTrans" cxnId="{7CA1F5B2-F786-43F4-988F-0B716C593C4A}">
      <dgm:prSet/>
      <dgm:spPr/>
      <dgm:t>
        <a:bodyPr/>
        <a:lstStyle/>
        <a:p>
          <a:endParaRPr lang="en-IN"/>
        </a:p>
      </dgm:t>
    </dgm:pt>
    <dgm:pt modelId="{56CF9C9A-EDFA-43CB-B654-E1576417916E}" type="sibTrans" cxnId="{7CA1F5B2-F786-43F4-988F-0B716C593C4A}">
      <dgm:prSet/>
      <dgm:spPr/>
      <dgm:t>
        <a:bodyPr/>
        <a:lstStyle/>
        <a:p>
          <a:endParaRPr lang="en-IN"/>
        </a:p>
      </dgm:t>
    </dgm:pt>
    <dgm:pt modelId="{11E20B4E-30A0-4E4A-BC97-72BA24DAB48F}">
      <dgm:prSet phldrT="[Text]"/>
      <dgm:spPr/>
      <dgm:t>
        <a:bodyPr/>
        <a:lstStyle/>
        <a:p>
          <a:endParaRPr lang="en-IN" dirty="0"/>
        </a:p>
      </dgm:t>
    </dgm:pt>
    <dgm:pt modelId="{C1A11EA3-728D-4822-BC37-4E77115B05E8}" type="sibTrans" cxnId="{AE88D0C8-0B3A-4320-B427-0EF073E43811}">
      <dgm:prSet/>
      <dgm:spPr/>
      <dgm:t>
        <a:bodyPr/>
        <a:lstStyle/>
        <a:p>
          <a:endParaRPr lang="en-IN"/>
        </a:p>
      </dgm:t>
    </dgm:pt>
    <dgm:pt modelId="{68E4DC40-995A-4E3A-8746-0E6204E9DFBD}" type="parTrans" cxnId="{AE88D0C8-0B3A-4320-B427-0EF073E43811}">
      <dgm:prSet/>
      <dgm:spPr/>
      <dgm:t>
        <a:bodyPr/>
        <a:lstStyle/>
        <a:p>
          <a:endParaRPr lang="en-IN"/>
        </a:p>
      </dgm:t>
    </dgm:pt>
    <dgm:pt modelId="{8AD038B5-F7AB-46BD-97AF-24DDCFAFA1EB}">
      <dgm:prSet/>
      <dgm:spPr/>
      <dgm:t>
        <a:bodyPr/>
        <a:lstStyle/>
        <a:p>
          <a:r>
            <a:rPr lang="en-IN" dirty="0"/>
            <a:t>Jupyter Notebook</a:t>
          </a:r>
        </a:p>
      </dgm:t>
    </dgm:pt>
    <dgm:pt modelId="{6CF9EF80-4EC0-4C19-8532-F88B3DCE775D}" type="parTrans" cxnId="{D0072129-A1A7-4821-9DB0-DA8D01CA2F65}">
      <dgm:prSet/>
      <dgm:spPr/>
      <dgm:t>
        <a:bodyPr/>
        <a:lstStyle/>
        <a:p>
          <a:endParaRPr lang="en-IN"/>
        </a:p>
      </dgm:t>
    </dgm:pt>
    <dgm:pt modelId="{8FB82EBB-81A9-4723-9A10-8EE69E05853F}" type="sibTrans" cxnId="{D0072129-A1A7-4821-9DB0-DA8D01CA2F65}">
      <dgm:prSet/>
      <dgm:spPr/>
      <dgm:t>
        <a:bodyPr/>
        <a:lstStyle/>
        <a:p>
          <a:endParaRPr lang="en-IN"/>
        </a:p>
      </dgm:t>
    </dgm:pt>
    <dgm:pt modelId="{E42760DE-BF51-448D-A4D1-2D5D1DDE0E1F}">
      <dgm:prSet/>
      <dgm:spPr/>
      <dgm:t>
        <a:bodyPr/>
        <a:lstStyle/>
        <a:p>
          <a:r>
            <a:rPr lang="en-IN"/>
            <a:t>Power BI</a:t>
          </a:r>
          <a:endParaRPr lang="en-IN" dirty="0"/>
        </a:p>
      </dgm:t>
    </dgm:pt>
    <dgm:pt modelId="{042B3669-F7FA-4CC6-90C6-8D6DE7723739}" type="parTrans" cxnId="{1EBF9B8A-4855-4F81-A797-7F95165DDDC9}">
      <dgm:prSet/>
      <dgm:spPr/>
      <dgm:t>
        <a:bodyPr/>
        <a:lstStyle/>
        <a:p>
          <a:endParaRPr lang="en-IN"/>
        </a:p>
      </dgm:t>
    </dgm:pt>
    <dgm:pt modelId="{24BFC96E-FE2C-43CE-A086-8656344C2661}" type="sibTrans" cxnId="{1EBF9B8A-4855-4F81-A797-7F95165DDDC9}">
      <dgm:prSet/>
      <dgm:spPr/>
      <dgm:t>
        <a:bodyPr/>
        <a:lstStyle/>
        <a:p>
          <a:endParaRPr lang="en-IN"/>
        </a:p>
      </dgm:t>
    </dgm:pt>
    <dgm:pt modelId="{CDC2A578-223A-4357-A532-45D96AAC58F7}">
      <dgm:prSet/>
      <dgm:spPr/>
      <dgm:t>
        <a:bodyPr/>
        <a:lstStyle/>
        <a:p>
          <a:r>
            <a:rPr lang="en-IN"/>
            <a:t>GitHub</a:t>
          </a:r>
          <a:endParaRPr lang="en-IN" dirty="0"/>
        </a:p>
      </dgm:t>
    </dgm:pt>
    <dgm:pt modelId="{F179C343-6A6F-4EEA-B429-FDEBA623C0AD}" type="parTrans" cxnId="{250B26BA-0A31-4CB6-AA42-04D5E06C24E5}">
      <dgm:prSet/>
      <dgm:spPr/>
      <dgm:t>
        <a:bodyPr/>
        <a:lstStyle/>
        <a:p>
          <a:endParaRPr lang="en-IN"/>
        </a:p>
      </dgm:t>
    </dgm:pt>
    <dgm:pt modelId="{612DF10D-6764-4BE1-A2F7-5E28FDD46461}" type="sibTrans" cxnId="{250B26BA-0A31-4CB6-AA42-04D5E06C24E5}">
      <dgm:prSet/>
      <dgm:spPr/>
      <dgm:t>
        <a:bodyPr/>
        <a:lstStyle/>
        <a:p>
          <a:endParaRPr lang="en-IN"/>
        </a:p>
      </dgm:t>
    </dgm:pt>
    <dgm:pt modelId="{FE767BCD-3B83-4062-A6C5-444B5215F9CB}">
      <dgm:prSet/>
      <dgm:spPr/>
      <dgm:t>
        <a:bodyPr/>
        <a:lstStyle/>
        <a:p>
          <a:r>
            <a:rPr lang="en-IN" dirty="0"/>
            <a:t>Microsoft Excel</a:t>
          </a:r>
        </a:p>
      </dgm:t>
    </dgm:pt>
    <dgm:pt modelId="{DFF65AD6-5AA4-4D3E-AD6B-360C21D49F25}" type="parTrans" cxnId="{EAD32EEF-B304-426A-A8A8-A36B0F8A9496}">
      <dgm:prSet/>
      <dgm:spPr/>
      <dgm:t>
        <a:bodyPr/>
        <a:lstStyle/>
        <a:p>
          <a:endParaRPr lang="en-IN"/>
        </a:p>
      </dgm:t>
    </dgm:pt>
    <dgm:pt modelId="{E4502F2C-0D66-4FA4-8358-BF920F34F735}" type="sibTrans" cxnId="{EAD32EEF-B304-426A-A8A8-A36B0F8A9496}">
      <dgm:prSet/>
      <dgm:spPr/>
      <dgm:t>
        <a:bodyPr/>
        <a:lstStyle/>
        <a:p>
          <a:endParaRPr lang="en-IN"/>
        </a:p>
      </dgm:t>
    </dgm:pt>
    <dgm:pt modelId="{73AC08CE-DF51-4286-9042-D3AB8D8628A0}" type="pres">
      <dgm:prSet presAssocID="{FDC1C7EF-6D28-4658-BA87-4CA2AE801F53}" presName="linearFlow" presStyleCnt="0">
        <dgm:presLayoutVars>
          <dgm:dir/>
          <dgm:animLvl val="lvl"/>
          <dgm:resizeHandles val="exact"/>
        </dgm:presLayoutVars>
      </dgm:prSet>
      <dgm:spPr/>
    </dgm:pt>
    <dgm:pt modelId="{CF0D92BE-1148-4533-85FC-018B6A68AC7C}" type="pres">
      <dgm:prSet presAssocID="{9EAA7BAB-51DF-4477-B8AC-76D172A50022}" presName="composite" presStyleCnt="0"/>
      <dgm:spPr/>
    </dgm:pt>
    <dgm:pt modelId="{74F3E16B-5562-4617-9299-227987F0A1D9}" type="pres">
      <dgm:prSet presAssocID="{9EAA7BAB-51DF-4477-B8AC-76D172A5002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C734BC9-44CA-45C0-82A6-66A292BB4F6F}" type="pres">
      <dgm:prSet presAssocID="{9EAA7BAB-51DF-4477-B8AC-76D172A50022}" presName="descendantText" presStyleLbl="alignAcc1" presStyleIdx="0" presStyleCnt="3" custAng="0">
        <dgm:presLayoutVars>
          <dgm:bulletEnabled val="1"/>
        </dgm:presLayoutVars>
      </dgm:prSet>
      <dgm:spPr/>
    </dgm:pt>
    <dgm:pt modelId="{9D5A1E52-EF5D-416C-B3B2-B573460B61BB}" type="pres">
      <dgm:prSet presAssocID="{4FB79D7B-8856-48DE-AE38-8361D45D3BA2}" presName="sp" presStyleCnt="0"/>
      <dgm:spPr/>
    </dgm:pt>
    <dgm:pt modelId="{2552FA2E-8BE9-41EB-87C9-5F854534D43F}" type="pres">
      <dgm:prSet presAssocID="{CC626571-848A-451E-8543-309F20252A21}" presName="composite" presStyleCnt="0"/>
      <dgm:spPr/>
    </dgm:pt>
    <dgm:pt modelId="{763C0D4B-CA22-4C26-89B5-1F9216CA808F}" type="pres">
      <dgm:prSet presAssocID="{CC626571-848A-451E-8543-309F20252A2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89A924C-B53D-47CD-8D5F-54D308FDE0D3}" type="pres">
      <dgm:prSet presAssocID="{CC626571-848A-451E-8543-309F20252A21}" presName="descendantText" presStyleLbl="alignAcc1" presStyleIdx="1" presStyleCnt="3">
        <dgm:presLayoutVars>
          <dgm:bulletEnabled val="1"/>
        </dgm:presLayoutVars>
      </dgm:prSet>
      <dgm:spPr/>
    </dgm:pt>
    <dgm:pt modelId="{0AF879A9-C29A-4395-B6DF-AB523454F058}" type="pres">
      <dgm:prSet presAssocID="{EA1A9542-B3E2-4FE1-A511-100989E67A1B}" presName="sp" presStyleCnt="0"/>
      <dgm:spPr/>
    </dgm:pt>
    <dgm:pt modelId="{E79E6737-7A7B-48F3-8FB1-E41F7B7DF95C}" type="pres">
      <dgm:prSet presAssocID="{232F479F-CB01-4F94-BD37-0AF1B8488419}" presName="composite" presStyleCnt="0"/>
      <dgm:spPr/>
    </dgm:pt>
    <dgm:pt modelId="{C1FF2988-2818-4079-9B50-6938A9780A4D}" type="pres">
      <dgm:prSet presAssocID="{232F479F-CB01-4F94-BD37-0AF1B848841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6B6590A-AD55-413A-A77F-A4D611275647}" type="pres">
      <dgm:prSet presAssocID="{232F479F-CB01-4F94-BD37-0AF1B848841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704EC00-45DF-4D92-8F47-4DFC0A928383}" type="presOf" srcId="{CC626571-848A-451E-8543-309F20252A21}" destId="{763C0D4B-CA22-4C26-89B5-1F9216CA808F}" srcOrd="0" destOrd="0" presId="urn:microsoft.com/office/officeart/2005/8/layout/chevron2"/>
    <dgm:cxn modelId="{A8903F23-4453-4EDD-99B5-4D248D11131E}" type="presOf" srcId="{9EAA7BAB-51DF-4477-B8AC-76D172A50022}" destId="{74F3E16B-5562-4617-9299-227987F0A1D9}" srcOrd="0" destOrd="0" presId="urn:microsoft.com/office/officeart/2005/8/layout/chevron2"/>
    <dgm:cxn modelId="{D0072129-A1A7-4821-9DB0-DA8D01CA2F65}" srcId="{9EAA7BAB-51DF-4477-B8AC-76D172A50022}" destId="{8AD038B5-F7AB-46BD-97AF-24DDCFAFA1EB}" srcOrd="1" destOrd="0" parTransId="{6CF9EF80-4EC0-4C19-8532-F88B3DCE775D}" sibTransId="{8FB82EBB-81A9-4723-9A10-8EE69E05853F}"/>
    <dgm:cxn modelId="{035A2D36-1B72-4DAA-9F5F-76B24B22C5B8}" srcId="{FDC1C7EF-6D28-4658-BA87-4CA2AE801F53}" destId="{232F479F-CB01-4F94-BD37-0AF1B8488419}" srcOrd="2" destOrd="0" parTransId="{21061E8B-F3D2-4BA9-9DC3-0C56DDF72FAB}" sibTransId="{5B0B449E-33C4-43C1-97DD-ACCF3983E198}"/>
    <dgm:cxn modelId="{68B33A40-F2E4-4980-BD9F-1B8F9524D1C0}" srcId="{232F479F-CB01-4F94-BD37-0AF1B8488419}" destId="{B16B2838-CBB0-4950-954B-4E45FAD4BE07}" srcOrd="0" destOrd="0" parTransId="{01839F0C-55F6-48E3-B9FE-83F44D7B99C9}" sibTransId="{3B05848F-8AFA-476F-AE92-7A95F938E942}"/>
    <dgm:cxn modelId="{3371F848-E427-4262-B4A3-D3A36098B044}" srcId="{232F479F-CB01-4F94-BD37-0AF1B8488419}" destId="{56E557E4-E66A-4689-B9C4-F180295DA546}" srcOrd="1" destOrd="0" parTransId="{27477BB8-B64B-48A7-97CD-57196E30CDA4}" sibTransId="{5D8759BE-C72A-4A85-8B8E-C0055D8F2205}"/>
    <dgm:cxn modelId="{25F71A4D-E947-47A3-877A-B559A0F91E9A}" srcId="{FDC1C7EF-6D28-4658-BA87-4CA2AE801F53}" destId="{CC626571-848A-451E-8543-309F20252A21}" srcOrd="1" destOrd="0" parTransId="{7A33D4C4-39F7-46F6-8D35-7517819BE183}" sibTransId="{EA1A9542-B3E2-4FE1-A511-100989E67A1B}"/>
    <dgm:cxn modelId="{D87A1B4D-228C-4C27-8BE6-C7F377F578C5}" srcId="{232F479F-CB01-4F94-BD37-0AF1B8488419}" destId="{65B561EF-07FA-465D-B3E3-2A1047BB3173}" srcOrd="5" destOrd="0" parTransId="{9FBBB033-F32B-4046-ADEE-003D75067D63}" sibTransId="{29D8FF31-02FD-4507-8685-4F5CE4BC76CB}"/>
    <dgm:cxn modelId="{4DC5CB72-151E-45E1-9532-9EFDBAD1D753}" type="presOf" srcId="{11E20B4E-30A0-4E4A-BC97-72BA24DAB48F}" destId="{3C734BC9-44CA-45C0-82A6-66A292BB4F6F}" srcOrd="0" destOrd="0" presId="urn:microsoft.com/office/officeart/2005/8/layout/chevron2"/>
    <dgm:cxn modelId="{BF549F81-404E-4817-8CDF-DA6D5596FE14}" type="presOf" srcId="{65B561EF-07FA-465D-B3E3-2A1047BB3173}" destId="{86B6590A-AD55-413A-A77F-A4D611275647}" srcOrd="0" destOrd="5" presId="urn:microsoft.com/office/officeart/2005/8/layout/chevron2"/>
    <dgm:cxn modelId="{58660586-4499-4462-AD83-607AE3F63B7E}" type="presOf" srcId="{CDC2A578-223A-4357-A532-45D96AAC58F7}" destId="{3C734BC9-44CA-45C0-82A6-66A292BB4F6F}" srcOrd="0" destOrd="3" presId="urn:microsoft.com/office/officeart/2005/8/layout/chevron2"/>
    <dgm:cxn modelId="{1EBF9B8A-4855-4F81-A797-7F95165DDDC9}" srcId="{9EAA7BAB-51DF-4477-B8AC-76D172A50022}" destId="{E42760DE-BF51-448D-A4D1-2D5D1DDE0E1F}" srcOrd="2" destOrd="0" parTransId="{042B3669-F7FA-4CC6-90C6-8D6DE7723739}" sibTransId="{24BFC96E-FE2C-43CE-A086-8656344C2661}"/>
    <dgm:cxn modelId="{50DA458E-BCC9-47C7-A571-DDFC9531B5A4}" type="presOf" srcId="{E797D098-2131-4E1B-9A1E-0AEEB1EBDD7D}" destId="{F89A924C-B53D-47CD-8D5F-54D308FDE0D3}" srcOrd="0" destOrd="1" presId="urn:microsoft.com/office/officeart/2005/8/layout/chevron2"/>
    <dgm:cxn modelId="{94883A91-D427-4FA6-A127-F77AE602E458}" type="presOf" srcId="{FDC1C7EF-6D28-4658-BA87-4CA2AE801F53}" destId="{73AC08CE-DF51-4286-9042-D3AB8D8628A0}" srcOrd="0" destOrd="0" presId="urn:microsoft.com/office/officeart/2005/8/layout/chevron2"/>
    <dgm:cxn modelId="{D0EED39C-F5FB-4594-8CD2-B8B21500D295}" srcId="{232F479F-CB01-4F94-BD37-0AF1B8488419}" destId="{71695DBA-F553-448D-805A-E8E09FE81BBB}" srcOrd="3" destOrd="0" parTransId="{2DEA25CD-DD10-488C-BD26-7DA58AEBC8CF}" sibTransId="{B9E9C851-0092-4C86-8B54-86E88CEC2631}"/>
    <dgm:cxn modelId="{E53B319E-49CA-4E6F-A390-FBF3992FD027}" type="presOf" srcId="{232F479F-CB01-4F94-BD37-0AF1B8488419}" destId="{C1FF2988-2818-4079-9B50-6938A9780A4D}" srcOrd="0" destOrd="0" presId="urn:microsoft.com/office/officeart/2005/8/layout/chevron2"/>
    <dgm:cxn modelId="{96ECFAA7-152F-42D3-9F44-0E1605333818}" type="presOf" srcId="{FE767BCD-3B83-4062-A6C5-444B5215F9CB}" destId="{3C734BC9-44CA-45C0-82A6-66A292BB4F6F}" srcOrd="0" destOrd="4" presId="urn:microsoft.com/office/officeart/2005/8/layout/chevron2"/>
    <dgm:cxn modelId="{33FF68AC-5C01-46B7-94E9-9BC5ECB9802A}" srcId="{FDC1C7EF-6D28-4658-BA87-4CA2AE801F53}" destId="{9EAA7BAB-51DF-4477-B8AC-76D172A50022}" srcOrd="0" destOrd="0" parTransId="{236C66D7-C41B-4D5C-9942-CF2E906C8B77}" sibTransId="{4FB79D7B-8856-48DE-AE38-8361D45D3BA2}"/>
    <dgm:cxn modelId="{BC1F34B2-4C6B-48D4-9B77-2153A5A59D3B}" srcId="{232F479F-CB01-4F94-BD37-0AF1B8488419}" destId="{D98B1CCC-C90C-4479-AEA4-8DE365F64AD7}" srcOrd="4" destOrd="0" parTransId="{ACA808F3-53F8-42E7-9BCF-05A1E36CD76E}" sibTransId="{A6C8A8A2-FA57-4689-B009-4E4CD93D11B3}"/>
    <dgm:cxn modelId="{7CA1F5B2-F786-43F4-988F-0B716C593C4A}" srcId="{CC626571-848A-451E-8543-309F20252A21}" destId="{E797D098-2131-4E1B-9A1E-0AEEB1EBDD7D}" srcOrd="1" destOrd="0" parTransId="{9DF32B4C-9694-4F92-8038-79F56485CF8D}" sibTransId="{56CF9C9A-EDFA-43CB-B654-E1576417916E}"/>
    <dgm:cxn modelId="{250B26BA-0A31-4CB6-AA42-04D5E06C24E5}" srcId="{9EAA7BAB-51DF-4477-B8AC-76D172A50022}" destId="{CDC2A578-223A-4357-A532-45D96AAC58F7}" srcOrd="3" destOrd="0" parTransId="{F179C343-6A6F-4EEA-B429-FDEBA623C0AD}" sibTransId="{612DF10D-6764-4BE1-A2F7-5E28FDD46461}"/>
    <dgm:cxn modelId="{5A6C72C7-1A5E-42DE-8A75-F308EC629534}" type="presOf" srcId="{8AD038B5-F7AB-46BD-97AF-24DDCFAFA1EB}" destId="{3C734BC9-44CA-45C0-82A6-66A292BB4F6F}" srcOrd="0" destOrd="1" presId="urn:microsoft.com/office/officeart/2005/8/layout/chevron2"/>
    <dgm:cxn modelId="{AE88D0C8-0B3A-4320-B427-0EF073E43811}" srcId="{9EAA7BAB-51DF-4477-B8AC-76D172A50022}" destId="{11E20B4E-30A0-4E4A-BC97-72BA24DAB48F}" srcOrd="0" destOrd="0" parTransId="{68E4DC40-995A-4E3A-8746-0E6204E9DFBD}" sibTransId="{C1A11EA3-728D-4822-BC37-4E77115B05E8}"/>
    <dgm:cxn modelId="{B164F9CC-2AE3-4DEF-B177-75F750097A37}" type="presOf" srcId="{71695DBA-F553-448D-805A-E8E09FE81BBB}" destId="{86B6590A-AD55-413A-A77F-A4D611275647}" srcOrd="0" destOrd="3" presId="urn:microsoft.com/office/officeart/2005/8/layout/chevron2"/>
    <dgm:cxn modelId="{433FCED0-2680-4025-B1F7-FC8FA2EA59F4}" type="presOf" srcId="{E42760DE-BF51-448D-A4D1-2D5D1DDE0E1F}" destId="{3C734BC9-44CA-45C0-82A6-66A292BB4F6F}" srcOrd="0" destOrd="2" presId="urn:microsoft.com/office/officeart/2005/8/layout/chevron2"/>
    <dgm:cxn modelId="{3B500BDA-D74C-4146-A8EA-F11A79F629EB}" srcId="{232F479F-CB01-4F94-BD37-0AF1B8488419}" destId="{7290906E-7FE4-4CFC-BDF1-6BD5DB86CD93}" srcOrd="2" destOrd="0" parTransId="{E73420AE-628F-4B18-B459-459E0CA6AF05}" sibTransId="{05F6321E-D3A1-4E81-83D8-62D53D5ED559}"/>
    <dgm:cxn modelId="{4D8CC6E0-53EF-47EE-9D99-B94CEDF16CA8}" type="presOf" srcId="{B16B2838-CBB0-4950-954B-4E45FAD4BE07}" destId="{86B6590A-AD55-413A-A77F-A4D611275647}" srcOrd="0" destOrd="0" presId="urn:microsoft.com/office/officeart/2005/8/layout/chevron2"/>
    <dgm:cxn modelId="{C185A2E1-0389-4201-B1C0-60251F515068}" type="presOf" srcId="{F30CAE17-825B-48B4-BAEA-D0BDA1FE1E8B}" destId="{F89A924C-B53D-47CD-8D5F-54D308FDE0D3}" srcOrd="0" destOrd="0" presId="urn:microsoft.com/office/officeart/2005/8/layout/chevron2"/>
    <dgm:cxn modelId="{887D4CE7-3869-456E-A005-1619C8B18486}" type="presOf" srcId="{56E557E4-E66A-4689-B9C4-F180295DA546}" destId="{86B6590A-AD55-413A-A77F-A4D611275647}" srcOrd="0" destOrd="1" presId="urn:microsoft.com/office/officeart/2005/8/layout/chevron2"/>
    <dgm:cxn modelId="{EAD32EEF-B304-426A-A8A8-A36B0F8A9496}" srcId="{9EAA7BAB-51DF-4477-B8AC-76D172A50022}" destId="{FE767BCD-3B83-4062-A6C5-444B5215F9CB}" srcOrd="4" destOrd="0" parTransId="{DFF65AD6-5AA4-4D3E-AD6B-360C21D49F25}" sibTransId="{E4502F2C-0D66-4FA4-8358-BF920F34F735}"/>
    <dgm:cxn modelId="{C47B4AF8-D1C2-427F-B078-F03B69FC93CD}" srcId="{CC626571-848A-451E-8543-309F20252A21}" destId="{F30CAE17-825B-48B4-BAEA-D0BDA1FE1E8B}" srcOrd="0" destOrd="0" parTransId="{667F8EE4-3B2D-444D-B4EB-9D149EF8932B}" sibTransId="{B96982A7-7C0C-461E-8592-B64E1DC12878}"/>
    <dgm:cxn modelId="{4CC257FA-895A-4CF0-9D89-59BAD5ECFF83}" type="presOf" srcId="{D98B1CCC-C90C-4479-AEA4-8DE365F64AD7}" destId="{86B6590A-AD55-413A-A77F-A4D611275647}" srcOrd="0" destOrd="4" presId="urn:microsoft.com/office/officeart/2005/8/layout/chevron2"/>
    <dgm:cxn modelId="{56A6F2FB-1E99-4102-BA4A-C7C1F2883C1B}" type="presOf" srcId="{7290906E-7FE4-4CFC-BDF1-6BD5DB86CD93}" destId="{86B6590A-AD55-413A-A77F-A4D611275647}" srcOrd="0" destOrd="2" presId="urn:microsoft.com/office/officeart/2005/8/layout/chevron2"/>
    <dgm:cxn modelId="{6E8682AB-F49D-40CB-80C0-6A809BE15C74}" type="presParOf" srcId="{73AC08CE-DF51-4286-9042-D3AB8D8628A0}" destId="{CF0D92BE-1148-4533-85FC-018B6A68AC7C}" srcOrd="0" destOrd="0" presId="urn:microsoft.com/office/officeart/2005/8/layout/chevron2"/>
    <dgm:cxn modelId="{25B8DB1B-1D86-46EA-8F2E-A35ED55A9289}" type="presParOf" srcId="{CF0D92BE-1148-4533-85FC-018B6A68AC7C}" destId="{74F3E16B-5562-4617-9299-227987F0A1D9}" srcOrd="0" destOrd="0" presId="urn:microsoft.com/office/officeart/2005/8/layout/chevron2"/>
    <dgm:cxn modelId="{CED80AFB-C6CE-49B4-80D1-0517EF223F6B}" type="presParOf" srcId="{CF0D92BE-1148-4533-85FC-018B6A68AC7C}" destId="{3C734BC9-44CA-45C0-82A6-66A292BB4F6F}" srcOrd="1" destOrd="0" presId="urn:microsoft.com/office/officeart/2005/8/layout/chevron2"/>
    <dgm:cxn modelId="{C4ABE732-289C-41A3-80E2-94E422F0B4F4}" type="presParOf" srcId="{73AC08CE-DF51-4286-9042-D3AB8D8628A0}" destId="{9D5A1E52-EF5D-416C-B3B2-B573460B61BB}" srcOrd="1" destOrd="0" presId="urn:microsoft.com/office/officeart/2005/8/layout/chevron2"/>
    <dgm:cxn modelId="{79F572AC-4118-4074-89B9-144332FC2922}" type="presParOf" srcId="{73AC08CE-DF51-4286-9042-D3AB8D8628A0}" destId="{2552FA2E-8BE9-41EB-87C9-5F854534D43F}" srcOrd="2" destOrd="0" presId="urn:microsoft.com/office/officeart/2005/8/layout/chevron2"/>
    <dgm:cxn modelId="{D46AE549-66FA-4E26-801F-0D6A14B7A876}" type="presParOf" srcId="{2552FA2E-8BE9-41EB-87C9-5F854534D43F}" destId="{763C0D4B-CA22-4C26-89B5-1F9216CA808F}" srcOrd="0" destOrd="0" presId="urn:microsoft.com/office/officeart/2005/8/layout/chevron2"/>
    <dgm:cxn modelId="{DEEA6146-EB0E-4988-8C30-EDF5DA8EAD8B}" type="presParOf" srcId="{2552FA2E-8BE9-41EB-87C9-5F854534D43F}" destId="{F89A924C-B53D-47CD-8D5F-54D308FDE0D3}" srcOrd="1" destOrd="0" presId="urn:microsoft.com/office/officeart/2005/8/layout/chevron2"/>
    <dgm:cxn modelId="{ECFB6C2B-5F03-4AB9-A56A-A367EEFE05F1}" type="presParOf" srcId="{73AC08CE-DF51-4286-9042-D3AB8D8628A0}" destId="{0AF879A9-C29A-4395-B6DF-AB523454F058}" srcOrd="3" destOrd="0" presId="urn:microsoft.com/office/officeart/2005/8/layout/chevron2"/>
    <dgm:cxn modelId="{496AE0E3-2FBE-4EA1-BFD2-905D7024FF1F}" type="presParOf" srcId="{73AC08CE-DF51-4286-9042-D3AB8D8628A0}" destId="{E79E6737-7A7B-48F3-8FB1-E41F7B7DF95C}" srcOrd="4" destOrd="0" presId="urn:microsoft.com/office/officeart/2005/8/layout/chevron2"/>
    <dgm:cxn modelId="{917A3C03-2080-4EE5-961C-C7C65EA025CD}" type="presParOf" srcId="{E79E6737-7A7B-48F3-8FB1-E41F7B7DF95C}" destId="{C1FF2988-2818-4079-9B50-6938A9780A4D}" srcOrd="0" destOrd="0" presId="urn:microsoft.com/office/officeart/2005/8/layout/chevron2"/>
    <dgm:cxn modelId="{C443323C-136B-494F-8C86-FE07FD2BC846}" type="presParOf" srcId="{E79E6737-7A7B-48F3-8FB1-E41F7B7DF95C}" destId="{86B6590A-AD55-413A-A77F-A4D61127564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3E16B-5562-4617-9299-227987F0A1D9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Tools</a:t>
          </a:r>
          <a:endParaRPr lang="en-IN" sz="1800" kern="1200" dirty="0"/>
        </a:p>
      </dsp:txBody>
      <dsp:txXfrm rot="-5400000">
        <a:off x="1" y="679096"/>
        <a:ext cx="1352020" cy="579438"/>
      </dsp:txXfrm>
    </dsp:sp>
    <dsp:sp modelId="{3C734BC9-44CA-45C0-82A6-66A292BB4F6F}">
      <dsp:nvSpPr>
        <dsp:cNvPr id="0" name=""/>
        <dsp:cNvSpPr/>
      </dsp:nvSpPr>
      <dsp:spPr>
        <a:xfrm rot="5400000">
          <a:off x="4112286" y="-2757179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Jupyter Notebook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Power BI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GitHub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Microsoft Excel</a:t>
          </a:r>
        </a:p>
      </dsp:txBody>
      <dsp:txXfrm rot="-5400000">
        <a:off x="1352020" y="64373"/>
        <a:ext cx="6714693" cy="1132875"/>
      </dsp:txXfrm>
    </dsp:sp>
    <dsp:sp modelId="{763C0D4B-CA22-4C26-89B5-1F9216CA808F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Programming</a:t>
          </a:r>
          <a:endParaRPr lang="en-IN" sz="1800" b="1" kern="1200" dirty="0"/>
        </a:p>
      </dsp:txBody>
      <dsp:txXfrm rot="-5400000">
        <a:off x="1" y="2419614"/>
        <a:ext cx="1352020" cy="579438"/>
      </dsp:txXfrm>
    </dsp:sp>
    <dsp:sp modelId="{F89A924C-B53D-47CD-8D5F-54D308FDE0D3}">
      <dsp:nvSpPr>
        <dsp:cNvPr id="0" name=""/>
        <dsp:cNvSpPr/>
      </dsp:nvSpPr>
      <dsp:spPr>
        <a:xfrm rot="5400000">
          <a:off x="4112286" y="-1016661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Python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SQL</a:t>
          </a:r>
          <a:endParaRPr lang="en-IN" sz="1300" kern="1200" dirty="0"/>
        </a:p>
      </dsp:txBody>
      <dsp:txXfrm rot="-5400000">
        <a:off x="1352020" y="1804891"/>
        <a:ext cx="6714693" cy="1132875"/>
      </dsp:txXfrm>
    </dsp:sp>
    <dsp:sp modelId="{C1FF2988-2818-4079-9B50-6938A9780A4D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Libraries</a:t>
          </a:r>
          <a:endParaRPr lang="en-IN" sz="1800" b="1" kern="1200" dirty="0"/>
        </a:p>
      </dsp:txBody>
      <dsp:txXfrm rot="-5400000">
        <a:off x="1" y="4160131"/>
        <a:ext cx="1352020" cy="579438"/>
      </dsp:txXfrm>
    </dsp:sp>
    <dsp:sp modelId="{86B6590A-AD55-413A-A77F-A4D611275647}">
      <dsp:nvSpPr>
        <dsp:cNvPr id="0" name=""/>
        <dsp:cNvSpPr/>
      </dsp:nvSpPr>
      <dsp:spPr>
        <a:xfrm rot="5400000">
          <a:off x="4112286" y="723856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Pandas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NumPy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Matplotlib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Seaborn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SciPy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1" kern="1200"/>
            <a:t>Too</a:t>
          </a:r>
          <a:endParaRPr lang="en-IN" sz="1300" kern="1200"/>
        </a:p>
      </dsp:txBody>
      <dsp:txXfrm rot="-5400000">
        <a:off x="1352020" y="3545408"/>
        <a:ext cx="6714693" cy="1132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6690F-638F-4F28-A569-20199CAAAC1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6080B-024B-4B1E-B073-C3ACFE41F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81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6080B-024B-4B1E-B073-C3ACFE41F0E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64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94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25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16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0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82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4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8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7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4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8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3489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5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30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92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247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30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169537-8281-4801-84E0-A0D82096215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BDC3F92-DBC3-4EB2-8921-D72F5C360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9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DC17-9723-D0E8-621E-E6CCA3956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3B294-42AC-2F6B-6AD0-213117C907E0}"/>
              </a:ext>
            </a:extLst>
          </p:cNvPr>
          <p:cNvSpPr txBox="1"/>
          <p:nvPr/>
        </p:nvSpPr>
        <p:spPr>
          <a:xfrm>
            <a:off x="1125794" y="1478523"/>
            <a:ext cx="9606116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 Project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60-Day Data Analytics Internship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Roshani Singh</a:t>
            </a:r>
            <a:endParaRPr lang="en-IN" sz="4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7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F87F-0900-CE9D-414E-5453707C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84485"/>
            <a:ext cx="10364451" cy="2030210"/>
          </a:xfrm>
        </p:spPr>
        <p:txBody>
          <a:bodyPr/>
          <a:lstStyle/>
          <a:p>
            <a:r>
              <a:rPr lang="en-IN" b="1" dirty="0"/>
              <a:t>Project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7D86-0436-39EC-6993-23916211A8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1524000"/>
            <a:ext cx="11053637" cy="5149516"/>
          </a:xfrm>
        </p:spPr>
        <p:txBody>
          <a:bodyPr>
            <a:normAutofit/>
          </a:bodyPr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The objective of this project was to </a:t>
            </a:r>
            <a:r>
              <a:rPr lang="en-IN" dirty="0" err="1"/>
              <a:t>analyze</a:t>
            </a:r>
            <a:r>
              <a:rPr lang="en-IN" dirty="0"/>
              <a:t> a retail sales dataset to uncover meaningful business insights, identify customer purchasing patterns, and support data-driven decision-making.</a:t>
            </a:r>
          </a:p>
          <a:p>
            <a:r>
              <a:rPr lang="en-IN" dirty="0"/>
              <a:t>The project covered the complete data analytics workflow</a:t>
            </a:r>
          </a:p>
          <a:p>
            <a:r>
              <a:rPr lang="en-IN" dirty="0"/>
              <a:t>Data Cleaning &amp; Wrangling</a:t>
            </a:r>
          </a:p>
          <a:p>
            <a:r>
              <a:rPr lang="en-IN" dirty="0"/>
              <a:t>Exploratory Data Analysis (EDA)</a:t>
            </a:r>
          </a:p>
          <a:p>
            <a:r>
              <a:rPr lang="en-IN" dirty="0"/>
              <a:t>SQL-Based Business Analysis</a:t>
            </a:r>
          </a:p>
          <a:p>
            <a:r>
              <a:rPr lang="en-IN" dirty="0"/>
              <a:t>Interactive Power BI Dashboard</a:t>
            </a:r>
          </a:p>
          <a:p>
            <a:r>
              <a:rPr lang="en-IN" dirty="0"/>
              <a:t>Statistical Validation</a:t>
            </a:r>
          </a:p>
          <a:p>
            <a:r>
              <a:rPr lang="en-IN" dirty="0"/>
              <a:t>Business Recommendations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31112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675E-385C-57F0-45EB-1B1115B9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854" y="457200"/>
            <a:ext cx="10364451" cy="1596177"/>
          </a:xfrm>
        </p:spPr>
        <p:txBody>
          <a:bodyPr/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5E953F5D-DCE7-121D-4E63-820D5D52916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68106539"/>
              </p:ext>
            </p:extLst>
          </p:nvPr>
        </p:nvGraphicFramePr>
        <p:xfrm>
          <a:off x="1136043" y="1925439"/>
          <a:ext cx="10364452" cy="398587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182226">
                  <a:extLst>
                    <a:ext uri="{9D8B030D-6E8A-4147-A177-3AD203B41FA5}">
                      <a16:colId xmlns:a16="http://schemas.microsoft.com/office/drawing/2014/main" val="1053937845"/>
                    </a:ext>
                  </a:extLst>
                </a:gridCol>
                <a:gridCol w="5182226">
                  <a:extLst>
                    <a:ext uri="{9D8B030D-6E8A-4147-A177-3AD203B41FA5}">
                      <a16:colId xmlns:a16="http://schemas.microsoft.com/office/drawing/2014/main" val="223881456"/>
                    </a:ext>
                  </a:extLst>
                </a:gridCol>
              </a:tblGrid>
              <a:tr h="215782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Name: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Sales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Attributes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710257"/>
                  </a:ext>
                </a:extLst>
              </a:tr>
              <a:tr h="339566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83585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Information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690552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Categories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40658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 Transactions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164769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 Purchased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11833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 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46980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Sales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88849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Demographics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 , Age Group, Month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915929"/>
                  </a:ext>
                </a:extLst>
              </a:tr>
              <a:tr h="37250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 Sales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 Price  , Total Sales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24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21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F80-CF8B-7BB4-3053-682AA06C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A6F3F-CFD6-EB57-9FB8-E0F2B393A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06880"/>
            <a:ext cx="10363826" cy="466344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Data Cleaning &amp; Wrangling</a:t>
            </a:r>
          </a:p>
          <a:p>
            <a:r>
              <a:rPr lang="en-IN" dirty="0"/>
              <a:t>The dataset was cleaned to improve data quality before analysis.</a:t>
            </a:r>
          </a:p>
          <a:p>
            <a:r>
              <a:rPr lang="en-IN" b="1" dirty="0"/>
              <a:t>Tasks Performed</a:t>
            </a:r>
          </a:p>
          <a:p>
            <a:r>
              <a:rPr lang="en-IN" dirty="0"/>
              <a:t>Removed duplicate records</a:t>
            </a:r>
          </a:p>
          <a:p>
            <a:r>
              <a:rPr lang="en-IN" dirty="0"/>
              <a:t>Handled missing values</a:t>
            </a:r>
          </a:p>
          <a:p>
            <a:r>
              <a:rPr lang="en-IN" dirty="0"/>
              <a:t>Standardized column formats</a:t>
            </a:r>
          </a:p>
          <a:p>
            <a:r>
              <a:rPr lang="en-IN" dirty="0"/>
              <a:t>Converted data into proper data types</a:t>
            </a:r>
          </a:p>
          <a:p>
            <a:r>
              <a:rPr lang="en-IN" dirty="0"/>
              <a:t>Created new features such as Age Group</a:t>
            </a:r>
          </a:p>
          <a:p>
            <a:r>
              <a:rPr lang="en-IN" dirty="0"/>
              <a:t>Prepared an analysis-ready dataset</a:t>
            </a:r>
          </a:p>
          <a:p>
            <a:r>
              <a:rPr lang="en-IN" b="1" dirty="0"/>
              <a:t>Outcome</a:t>
            </a:r>
          </a:p>
          <a:p>
            <a:r>
              <a:rPr lang="en-IN" dirty="0"/>
              <a:t>A clean and structured dataset suitable for analysis and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53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EBAC-2DD1-886E-E260-E5FA0AD7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10517"/>
            <a:ext cx="10364451" cy="1596177"/>
          </a:xfrm>
        </p:spPr>
        <p:txBody>
          <a:bodyPr/>
          <a:lstStyle/>
          <a:p>
            <a:r>
              <a:rPr lang="en-IN" b="1" dirty="0"/>
              <a:t>Exploratory Data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D1E6-CB7D-57B9-595E-544309E735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07440"/>
            <a:ext cx="12558386" cy="556768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Key Insights from EDA</a:t>
            </a:r>
          </a:p>
          <a:p>
            <a:r>
              <a:rPr lang="en-IN" dirty="0"/>
              <a:t>Several visualizations were created to understand the dataset.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Analysis Performed</a:t>
            </a:r>
          </a:p>
          <a:p>
            <a:r>
              <a:rPr lang="en-IN" dirty="0"/>
              <a:t>Age Distribution</a:t>
            </a:r>
          </a:p>
          <a:p>
            <a:r>
              <a:rPr lang="en-IN" dirty="0"/>
              <a:t>Gender Distribution</a:t>
            </a:r>
          </a:p>
          <a:p>
            <a:r>
              <a:rPr lang="en-IN" dirty="0"/>
              <a:t>Category-wise Sales</a:t>
            </a:r>
          </a:p>
          <a:p>
            <a:r>
              <a:rPr lang="en-IN" dirty="0"/>
              <a:t>Monthly Sales Trend</a:t>
            </a:r>
          </a:p>
          <a:p>
            <a:r>
              <a:rPr lang="en-IN" dirty="0"/>
              <a:t>Product Performance</a:t>
            </a:r>
          </a:p>
          <a:p>
            <a:r>
              <a:rPr lang="en-IN" dirty="0"/>
              <a:t>Sales Distribution</a:t>
            </a:r>
          </a:p>
          <a:p>
            <a:r>
              <a:rPr lang="en-IN" dirty="0"/>
              <a:t>Correlation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Major Findings</a:t>
            </a:r>
          </a:p>
          <a:p>
            <a:r>
              <a:rPr lang="en-IN" dirty="0"/>
              <a:t>Some product categories generated significantly higher revenue.</a:t>
            </a:r>
          </a:p>
          <a:p>
            <a:r>
              <a:rPr lang="en-IN" dirty="0"/>
              <a:t>Sales varied across different months.</a:t>
            </a:r>
          </a:p>
          <a:p>
            <a:r>
              <a:rPr lang="en-IN" dirty="0"/>
              <a:t>Customer purchasing </a:t>
            </a:r>
            <a:r>
              <a:rPr lang="en-IN" dirty="0" err="1"/>
              <a:t>behavior</a:t>
            </a:r>
            <a:r>
              <a:rPr lang="en-IN" dirty="0"/>
              <a:t> differed by gender and age group.</a:t>
            </a:r>
          </a:p>
          <a:p>
            <a:r>
              <a:rPr lang="en-IN" dirty="0"/>
              <a:t>A small number of products contributed to a large share of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42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7D6894-BB7E-8C75-046C-CF73CE90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" y="3259394"/>
            <a:ext cx="2851355" cy="3259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55873C-92C6-C258-A9C6-0D09DA11E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57297" cy="3576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DA7B61-A046-9F5A-427B-6FE91A52F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15670" cy="3259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6BBD0A-CA7D-5E96-9173-4B4DDEFF5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835" y="3598606"/>
            <a:ext cx="9106315" cy="3172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80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1229-E6D1-E547-6965-3FFD47E3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: SQL Business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E166-EB69-601A-8D99-A64419F4A4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898358"/>
            <a:ext cx="10363826" cy="4892841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Business Questions Answered</a:t>
            </a:r>
          </a:p>
          <a:p>
            <a:r>
              <a:rPr lang="en-IN" dirty="0"/>
              <a:t>SQL was used to answer important business questions.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Queries Included</a:t>
            </a:r>
          </a:p>
          <a:p>
            <a:r>
              <a:rPr lang="en-IN" dirty="0"/>
              <a:t>Total Sales by Category</a:t>
            </a:r>
          </a:p>
          <a:p>
            <a:r>
              <a:rPr lang="en-IN" dirty="0"/>
              <a:t>Top 10 Products</a:t>
            </a:r>
          </a:p>
          <a:p>
            <a:r>
              <a:rPr lang="en-IN" dirty="0"/>
              <a:t>Sales by City</a:t>
            </a:r>
          </a:p>
          <a:p>
            <a:r>
              <a:rPr lang="en-IN" dirty="0"/>
              <a:t>Sales by Gender</a:t>
            </a:r>
          </a:p>
          <a:p>
            <a:r>
              <a:rPr lang="en-IN" dirty="0"/>
              <a:t>Monthly Sales Trend</a:t>
            </a:r>
          </a:p>
          <a:p>
            <a:r>
              <a:rPr lang="en-IN" dirty="0"/>
              <a:t>Average Sales by Age Group</a:t>
            </a:r>
          </a:p>
          <a:p>
            <a:r>
              <a:rPr lang="en-IN" dirty="0"/>
              <a:t>Top Customers by Spending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Business Value</a:t>
            </a:r>
          </a:p>
          <a:p>
            <a:r>
              <a:rPr lang="en-IN" dirty="0"/>
              <a:t>SQL helped extract actionable insights efficiently and supported decision-making through structured data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91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9075-0256-C89E-A2AB-C102BC13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327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Interactive Dashboard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14D9-D6C7-6DF7-7ED8-54947C154C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38990"/>
            <a:ext cx="10363826" cy="465221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Power BI Dashboard</a:t>
            </a:r>
          </a:p>
          <a:p>
            <a:r>
              <a:rPr lang="en-IN" dirty="0"/>
              <a:t>An interactive dashboard was created to monitor sales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Dashboard Features</a:t>
            </a:r>
          </a:p>
          <a:p>
            <a:r>
              <a:rPr lang="en-IN" dirty="0"/>
              <a:t>Total Sales KPI</a:t>
            </a:r>
          </a:p>
          <a:p>
            <a:r>
              <a:rPr lang="en-IN" dirty="0"/>
              <a:t>Total Orders KPI</a:t>
            </a:r>
          </a:p>
          <a:p>
            <a:r>
              <a:rPr lang="en-IN" dirty="0"/>
              <a:t>Average Sales KPI</a:t>
            </a:r>
          </a:p>
          <a:p>
            <a:r>
              <a:rPr lang="en-IN" dirty="0"/>
              <a:t>Total Quantity KPI</a:t>
            </a:r>
          </a:p>
          <a:p>
            <a:r>
              <a:rPr lang="en-IN" dirty="0"/>
              <a:t>Sales by Category</a:t>
            </a:r>
          </a:p>
          <a:p>
            <a:r>
              <a:rPr lang="en-IN" dirty="0"/>
              <a:t>Sales by City</a:t>
            </a:r>
          </a:p>
          <a:p>
            <a:r>
              <a:rPr lang="en-IN" dirty="0"/>
              <a:t>Monthly Sales Trend</a:t>
            </a:r>
          </a:p>
          <a:p>
            <a:r>
              <a:rPr lang="en-IN" dirty="0"/>
              <a:t>Top Products</a:t>
            </a:r>
          </a:p>
          <a:p>
            <a:r>
              <a:rPr lang="en-IN" dirty="0"/>
              <a:t>Interactive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060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892B-3D6B-5073-8F8C-FF4289B0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Hypothesis Testing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CD75-0040-1666-4229-F86BA6006C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Business Hypothesis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Null Hypothesis (H₀)</a:t>
            </a:r>
          </a:p>
          <a:p>
            <a:r>
              <a:rPr lang="en-IN" dirty="0"/>
              <a:t>There is no significant difference in average sales between male and female customers.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Alternative Hypothesis (H₁)</a:t>
            </a:r>
          </a:p>
          <a:p>
            <a:r>
              <a:rPr lang="en-IN" dirty="0"/>
              <a:t>There is a significant difference in average sales between male and female customers.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Statistical Test</a:t>
            </a:r>
          </a:p>
          <a:p>
            <a:r>
              <a:rPr lang="en-IN" dirty="0"/>
              <a:t>Independent Two-Sample T-Test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26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0617-BD57-34F4-2CA7-213E3C52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/>
          <a:lstStyle/>
          <a:p>
            <a:r>
              <a:rPr lang="en-IN" b="1" dirty="0"/>
              <a:t>Statistical Results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194E3-CC74-1457-CF11-811AC90698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7134" y="969478"/>
            <a:ext cx="10363826" cy="529924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Results</a:t>
            </a:r>
          </a:p>
          <a:p>
            <a:r>
              <a:rPr lang="en-IN" dirty="0"/>
              <a:t>The hypothesis test produced:</a:t>
            </a:r>
          </a:p>
          <a:p>
            <a:r>
              <a:rPr lang="en-IN" dirty="0"/>
              <a:t>Test Statistic</a:t>
            </a:r>
          </a:p>
          <a:p>
            <a:r>
              <a:rPr lang="en-IN" dirty="0"/>
              <a:t>P-value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Interpretation</a:t>
            </a:r>
          </a:p>
          <a:p>
            <a:r>
              <a:rPr lang="en-IN" dirty="0"/>
              <a:t>If </a:t>
            </a:r>
            <a:r>
              <a:rPr lang="en-IN" b="1" dirty="0"/>
              <a:t>P-value &lt; 0.05</a:t>
            </a:r>
            <a:endParaRPr lang="en-IN" dirty="0"/>
          </a:p>
          <a:p>
            <a:r>
              <a:rPr lang="en-IN" dirty="0"/>
              <a:t>✔ Reject the Null Hypothesis</a:t>
            </a:r>
          </a:p>
          <a:p>
            <a:r>
              <a:rPr lang="en-IN" dirty="0"/>
              <a:t>There is a statistically significant difference in average sales between male and female customers.</a:t>
            </a:r>
          </a:p>
          <a:p>
            <a:r>
              <a:rPr lang="en-IN" dirty="0"/>
              <a:t>OR</a:t>
            </a:r>
          </a:p>
          <a:p>
            <a:r>
              <a:rPr lang="en-IN" dirty="0"/>
              <a:t>If </a:t>
            </a:r>
            <a:r>
              <a:rPr lang="en-IN" b="1" dirty="0"/>
              <a:t>P-value ≥ 0.05</a:t>
            </a:r>
            <a:endParaRPr lang="en-IN" dirty="0"/>
          </a:p>
          <a:p>
            <a:r>
              <a:rPr lang="en-IN" dirty="0"/>
              <a:t>✔ Fail to Reject the Null Hypothesis</a:t>
            </a:r>
          </a:p>
          <a:p>
            <a:r>
              <a:rPr lang="en-IN" dirty="0"/>
              <a:t>No statistically significant difference exists.</a:t>
            </a:r>
          </a:p>
          <a:p>
            <a:r>
              <a:rPr lang="en-IN" dirty="0"/>
              <a:t>(Add your actual Python output here.)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8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528D-1F82-C14C-6D07-53C86B10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2317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Business 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62D9-8E5F-8290-281B-07363EF323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083724"/>
            <a:ext cx="10363826" cy="5155759"/>
          </a:xfrm>
        </p:spPr>
        <p:txBody>
          <a:bodyPr/>
          <a:lstStyle/>
          <a:p>
            <a:r>
              <a:rPr lang="en-IN" dirty="0"/>
              <a:t>Based on the analysis:</a:t>
            </a:r>
          </a:p>
          <a:p>
            <a:r>
              <a:rPr lang="en-IN" dirty="0"/>
              <a:t>Focus marketing campaigns on high-performing product categories.</a:t>
            </a:r>
          </a:p>
          <a:p>
            <a:r>
              <a:rPr lang="en-IN" dirty="0"/>
              <a:t>Increase inventory for frequently purchased products.</a:t>
            </a:r>
          </a:p>
          <a:p>
            <a:r>
              <a:rPr lang="en-IN" dirty="0"/>
              <a:t>Improve promotions during low-sales months.</a:t>
            </a:r>
          </a:p>
          <a:p>
            <a:r>
              <a:rPr lang="en-IN" dirty="0"/>
              <a:t>Develop targeted marketing strategies for different customer segments.</a:t>
            </a:r>
          </a:p>
          <a:p>
            <a:r>
              <a:rPr lang="en-IN" dirty="0"/>
              <a:t>Monitor KPIs regularly using the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25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638D-8DAB-B126-AE03-B47AF81E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1672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Skills &amp; Technologies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B84B291-BE77-A863-94AD-C2D68AF981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035358"/>
              </p:ext>
            </p:extLst>
          </p:nvPr>
        </p:nvGraphicFramePr>
        <p:xfrm>
          <a:off x="2245360" y="123524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37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8767-7854-A8F6-7F15-2C5374D7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8E64-DD91-0859-6FE6-2BACFB4A6B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93520"/>
            <a:ext cx="10363826" cy="4297679"/>
          </a:xfrm>
        </p:spPr>
        <p:txBody>
          <a:bodyPr>
            <a:normAutofit/>
          </a:bodyPr>
          <a:lstStyle/>
          <a:p>
            <a:r>
              <a:rPr lang="en-IN" dirty="0"/>
              <a:t>This project demonstrated the complete data analytics workflow from raw data preparation to business storytelling.</a:t>
            </a:r>
          </a:p>
          <a:p>
            <a:r>
              <a:rPr lang="en-IN" dirty="0"/>
              <a:t>Key achievements include:</a:t>
            </a:r>
          </a:p>
          <a:p>
            <a:r>
              <a:rPr lang="en-IN" dirty="0"/>
              <a:t>Cleaned and prepared the dataset.</a:t>
            </a:r>
          </a:p>
          <a:p>
            <a:r>
              <a:rPr lang="en-IN" dirty="0"/>
              <a:t>Performed Exploratory Data Analysis.</a:t>
            </a:r>
          </a:p>
          <a:p>
            <a:r>
              <a:rPr lang="en-IN" dirty="0"/>
              <a:t>Solved business problems using SQL.</a:t>
            </a:r>
          </a:p>
          <a:p>
            <a:r>
              <a:rPr lang="en-IN" dirty="0"/>
              <a:t>Developed an interactive Power BI dashboard.</a:t>
            </a:r>
          </a:p>
          <a:p>
            <a:r>
              <a:rPr lang="en-IN" dirty="0"/>
              <a:t>Validated findings using statistical testing.</a:t>
            </a:r>
          </a:p>
          <a:p>
            <a:r>
              <a:rPr lang="en-IN" dirty="0"/>
              <a:t>Presented actionable business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26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4ED8A-558F-293F-1FA0-00A44E1EA3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 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9533311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1163</TotalTime>
  <Words>616</Words>
  <Application>Microsoft Office PowerPoint</Application>
  <PresentationFormat>Widescreen</PresentationFormat>
  <Paragraphs>144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Tw Cen MT</vt:lpstr>
      <vt:lpstr>Wingdings</vt:lpstr>
      <vt:lpstr>Droplet</vt:lpstr>
      <vt:lpstr> </vt:lpstr>
      <vt:lpstr>Project Overview </vt:lpstr>
      <vt:lpstr>Dataset Overview </vt:lpstr>
      <vt:lpstr>Data Preparation </vt:lpstr>
      <vt:lpstr>Exploratory Data Analysis </vt:lpstr>
      <vt:lpstr>PowerPoint Presentation</vt:lpstr>
      <vt:lpstr>: SQL Business Analysis </vt:lpstr>
      <vt:lpstr> Interactive Dashboard </vt:lpstr>
      <vt:lpstr>Hypothesis Testing </vt:lpstr>
      <vt:lpstr>Statistical Results </vt:lpstr>
      <vt:lpstr>Business Recommendations </vt:lpstr>
      <vt:lpstr>Skills &amp; Technologies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 Anurag</dc:creator>
  <cp:lastModifiedBy>Singh Anurag</cp:lastModifiedBy>
  <cp:revision>4</cp:revision>
  <dcterms:created xsi:type="dcterms:W3CDTF">2026-07-06T17:19:34Z</dcterms:created>
  <dcterms:modified xsi:type="dcterms:W3CDTF">2026-07-18T13:53:50Z</dcterms:modified>
</cp:coreProperties>
</file>